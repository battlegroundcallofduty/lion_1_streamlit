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95" r:id="rId1"/>
  </p:sldMasterIdLst>
  <p:notesMasterIdLst>
    <p:notesMasterId r:id="rId11"/>
  </p:notesMasterIdLst>
  <p:sldIdLst>
    <p:sldId id="256" r:id="rId2"/>
    <p:sldId id="258" r:id="rId3"/>
    <p:sldId id="263" r:id="rId4"/>
    <p:sldId id="259" r:id="rId5"/>
    <p:sldId id="260" r:id="rId6"/>
    <p:sldId id="261" r:id="rId7"/>
    <p:sldId id="265" r:id="rId8"/>
    <p:sldId id="266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6D0D0-2F21-4AFE-ABE3-FB3BB6C2A392}" v="144" dt="2025-12-16T03:47:5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4" autoAdjust="0"/>
    <p:restoredTop sz="94694"/>
  </p:normalViewPr>
  <p:slideViewPr>
    <p:cSldViewPr snapToGrid="0">
      <p:cViewPr varScale="1">
        <p:scale>
          <a:sx n="76" d="100"/>
          <a:sy n="76" d="100"/>
        </p:scale>
        <p:origin x="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young park" userId="4b5005702b66ae00" providerId="LiveId" clId="{041596B4-5200-4A00-B6B6-4EF5CE121639}"/>
    <pc:docChg chg="modSld">
      <pc:chgData name="jeyoung park" userId="4b5005702b66ae00" providerId="LiveId" clId="{041596B4-5200-4A00-B6B6-4EF5CE121639}" dt="2025-12-16T03:47:51.081" v="145" actId="113"/>
      <pc:docMkLst>
        <pc:docMk/>
      </pc:docMkLst>
      <pc:sldChg chg="addSp modSp mod modAnim">
        <pc:chgData name="jeyoung park" userId="4b5005702b66ae00" providerId="LiveId" clId="{041596B4-5200-4A00-B6B6-4EF5CE121639}" dt="2025-12-16T03:47:51.081" v="145" actId="113"/>
        <pc:sldMkLst>
          <pc:docMk/>
          <pc:sldMk cId="2680555526" sldId="265"/>
        </pc:sldMkLst>
        <pc:spChg chg="add mod">
          <ac:chgData name="jeyoung park" userId="4b5005702b66ae00" providerId="LiveId" clId="{041596B4-5200-4A00-B6B6-4EF5CE121639}" dt="2025-12-16T03:47:51.081" v="145" actId="113"/>
          <ac:spMkLst>
            <pc:docMk/>
            <pc:sldMk cId="2680555526" sldId="265"/>
            <ac:spMk id="2" creationId="{BFC9E929-BEA0-9210-7323-FE9308453C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29EE4-4162-6144-BD98-BDD4B8124C0A}" type="datetimeFigureOut">
              <a:rPr kumimoji="1" lang="ko-KR" altLang="en-US" smtClean="0"/>
              <a:t>2025-12-16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21C1E-7706-7C4C-8D5C-516FD3B1376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817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21C1E-7706-7C4C-8D5C-516FD3B1376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2544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21C1E-7706-7C4C-8D5C-516FD3B1376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414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3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71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330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5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47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58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8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5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1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10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20C64-9DE1-43F4-98F7-4F4BF4EF016B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CC355-2A4C-45E1-9E29-42B352FAF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0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6" r:id="rId1"/>
    <p:sldLayoutId id="2147484497" r:id="rId2"/>
    <p:sldLayoutId id="2147484498" r:id="rId3"/>
    <p:sldLayoutId id="2147484499" r:id="rId4"/>
    <p:sldLayoutId id="2147484500" r:id="rId5"/>
    <p:sldLayoutId id="2147484501" r:id="rId6"/>
    <p:sldLayoutId id="2147484502" r:id="rId7"/>
    <p:sldLayoutId id="2147484503" r:id="rId8"/>
    <p:sldLayoutId id="2147484504" r:id="rId9"/>
    <p:sldLayoutId id="2147484505" r:id="rId10"/>
    <p:sldLayoutId id="214748450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98BE3-7937-5871-A905-14378902D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308" y="2068294"/>
            <a:ext cx="11049000" cy="2387600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프로젝트 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기반으로 한 </a:t>
            </a:r>
            <a:br>
              <a:rPr lang="en-US" altLang="ko-KR" dirty="0"/>
            </a:br>
            <a:r>
              <a:rPr lang="ko-KR" altLang="en-US" dirty="0" err="1"/>
              <a:t>주식차트</a:t>
            </a:r>
            <a:r>
              <a:rPr lang="ko-KR" altLang="en-US" dirty="0"/>
              <a:t>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BF5A99-1607-A77A-C55C-93065FE05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5528"/>
            <a:ext cx="9144000" cy="1655762"/>
          </a:xfrm>
        </p:spPr>
        <p:txBody>
          <a:bodyPr/>
          <a:lstStyle/>
          <a:p>
            <a:r>
              <a:rPr lang="ko-KR" altLang="en-US" dirty="0"/>
              <a:t>상부</a:t>
            </a:r>
            <a:r>
              <a:rPr lang="en-US" altLang="ko-KR" dirty="0"/>
              <a:t>3</a:t>
            </a:r>
            <a:r>
              <a:rPr lang="ko-KR" altLang="en-US" dirty="0"/>
              <a:t>조</a:t>
            </a:r>
            <a:r>
              <a:rPr lang="en-US" altLang="ko-KR" dirty="0"/>
              <a:t>: </a:t>
            </a:r>
            <a:r>
              <a:rPr lang="ko-KR" altLang="en-US" dirty="0"/>
              <a:t>김유선</a:t>
            </a:r>
            <a:r>
              <a:rPr lang="en-US" altLang="ko-KR" dirty="0"/>
              <a:t>, </a:t>
            </a:r>
            <a:r>
              <a:rPr lang="ko-KR" altLang="en-US" dirty="0" err="1"/>
              <a:t>박동제</a:t>
            </a:r>
            <a:r>
              <a:rPr lang="en-US" altLang="ko-KR" dirty="0"/>
              <a:t>, </a:t>
            </a:r>
            <a:r>
              <a:rPr lang="ko-KR" altLang="en-US" dirty="0"/>
              <a:t>박지영</a:t>
            </a:r>
            <a:r>
              <a:rPr lang="en-US" altLang="ko-KR" dirty="0"/>
              <a:t>, </a:t>
            </a:r>
            <a:r>
              <a:rPr lang="ko-KR" altLang="en-US" dirty="0"/>
              <a:t>이영진</a:t>
            </a:r>
            <a:endParaRPr lang="en-US" altLang="ko-KR" dirty="0"/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844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2896B-9B28-75AF-4A7C-33319C53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► </a:t>
            </a:r>
            <a:r>
              <a:rPr lang="ko-KR" altLang="en-US" dirty="0" err="1"/>
              <a:t>주식차트</a:t>
            </a:r>
            <a:r>
              <a:rPr lang="ko-KR" altLang="en-US" dirty="0"/>
              <a:t> 앱 주제와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FC73A-2842-881F-EC66-53A8B7A7C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ko-KR" altLang="en-US" dirty="0"/>
              <a:t> 기반으로 누구나 빠르고 쉽게 분석하는 웹 기반 주식 정보 통합 서비스 개발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주식에 대한 관심이 높아지고 있기 때문에</a:t>
            </a:r>
            <a:r>
              <a:rPr lang="en-US" altLang="ko-KR" dirty="0"/>
              <a:t>, </a:t>
            </a:r>
            <a:r>
              <a:rPr lang="ko-KR" altLang="en-US" dirty="0"/>
              <a:t>어려워 보이는 주식의 진입장벽을 낮추고 주식 정보에 대한 접근성을 높이기 위해 간단하게 개발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단순 차트 정보에서 벗어나 기간별 통계분석</a:t>
            </a:r>
            <a:r>
              <a:rPr lang="en-US" altLang="ko-KR" dirty="0"/>
              <a:t>, </a:t>
            </a:r>
            <a:r>
              <a:rPr lang="ko-KR" altLang="en-US" dirty="0"/>
              <a:t>뉴스</a:t>
            </a:r>
            <a:r>
              <a:rPr lang="en-US" altLang="ko-KR" dirty="0"/>
              <a:t>, </a:t>
            </a:r>
            <a:r>
              <a:rPr lang="ko-KR" altLang="en-US" dirty="0"/>
              <a:t>거래량</a:t>
            </a:r>
            <a:r>
              <a:rPr lang="en-US" altLang="ko-KR" dirty="0"/>
              <a:t>, </a:t>
            </a:r>
            <a:r>
              <a:rPr lang="ko-KR" altLang="en-US" dirty="0"/>
              <a:t>투자지표를 통해 다양한 측면에서 기업에 대한 정보를 제공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60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AB205C1-0FC9-E24B-880C-175E3F955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4" y="1240222"/>
            <a:ext cx="11339560" cy="53497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959216E-8FF3-0448-A058-4BA383E0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58" y="3678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►</a:t>
            </a:r>
            <a:r>
              <a:rPr lang="ko-KR" altLang="en-US" sz="3600" dirty="0"/>
              <a:t>최종 결과물</a:t>
            </a:r>
          </a:p>
        </p:txBody>
      </p:sp>
    </p:spTree>
    <p:extLst>
      <p:ext uri="{BB962C8B-B14F-4D97-AF65-F5344CB8AC3E}">
        <p14:creationId xmlns:p14="http://schemas.microsoft.com/office/powerpoint/2010/main" val="114871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592AC-D8B2-E724-C19E-C0B933C3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21" y="22893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► </a:t>
            </a:r>
            <a:r>
              <a:rPr lang="ko-KR" altLang="en-US" sz="3200" dirty="0" err="1"/>
              <a:t>주식차트</a:t>
            </a:r>
            <a:r>
              <a:rPr lang="ko-KR" altLang="en-US" sz="3200" dirty="0"/>
              <a:t> 앱 설명</a:t>
            </a:r>
            <a:r>
              <a:rPr lang="en-US" altLang="ko-KR" sz="3200" dirty="0"/>
              <a:t>(</a:t>
            </a:r>
            <a:r>
              <a:rPr lang="ko-KR" altLang="en-US" sz="3200" dirty="0"/>
              <a:t>기능 및 구성설명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BB2A0E-8A1E-9148-BE38-9BC0E0B32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979" y="418115"/>
            <a:ext cx="4043856" cy="6210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9363D-C017-8649-95EB-AC5602EB3C1E}"/>
              </a:ext>
            </a:extLst>
          </p:cNvPr>
          <p:cNvSpPr txBox="1"/>
          <p:nvPr/>
        </p:nvSpPr>
        <p:spPr>
          <a:xfrm>
            <a:off x="357352" y="1554493"/>
            <a:ext cx="68212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kumimoji="1" lang="ko-KR" altLang="en-US" sz="2400" dirty="0"/>
              <a:t>사이드바</a:t>
            </a:r>
            <a:endParaRPr kumimoji="1" lang="en-US" altLang="ko-KR" sz="2400" dirty="0"/>
          </a:p>
          <a:p>
            <a:pPr marL="457200" indent="-457200">
              <a:buAutoNum type="arabicPeriod"/>
            </a:pPr>
            <a:endParaRPr kumimoji="1"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 dirty="0"/>
              <a:t>마켓 종류 선택</a:t>
            </a:r>
            <a:r>
              <a:rPr kumimoji="1" lang="en-US" altLang="ko-KR" sz="2400" dirty="0"/>
              <a:t> (KOSPI /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KOSDAQ /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KONEX)</a:t>
            </a:r>
          </a:p>
          <a:p>
            <a:pPr marL="342900" indent="-342900">
              <a:buFontTx/>
              <a:buChar char="-"/>
            </a:pPr>
            <a:endParaRPr kumimoji="1"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 dirty="0"/>
              <a:t>종목 선택</a:t>
            </a:r>
            <a:r>
              <a:rPr kumimoji="1" lang="en-US" altLang="ko-KR" sz="2400" dirty="0"/>
              <a:t>, </a:t>
            </a:r>
            <a:r>
              <a:rPr kumimoji="1" lang="ko-KR" altLang="en-US" sz="2400" dirty="0"/>
              <a:t>차트 유형</a:t>
            </a:r>
            <a:r>
              <a:rPr kumimoji="1" lang="en-US" altLang="ko-KR" sz="2400" dirty="0"/>
              <a:t>, </a:t>
            </a:r>
            <a:r>
              <a:rPr kumimoji="1" lang="ko-KR" altLang="en-US" sz="2400" dirty="0"/>
              <a:t>차트 스타일</a:t>
            </a:r>
            <a:endParaRPr kumimoji="1" lang="en-US" altLang="ko-KR" sz="2400" dirty="0"/>
          </a:p>
          <a:p>
            <a:r>
              <a:rPr kumimoji="1" lang="en-US" altLang="ko-KR" sz="2400" dirty="0"/>
              <a:t>   =&gt;</a:t>
            </a:r>
            <a:r>
              <a:rPr kumimoji="1" lang="en-US" altLang="ko-KR" sz="2400" dirty="0" err="1"/>
              <a:t>selectbox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 dirty="0"/>
              <a:t>날짜 입력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시작일 </a:t>
            </a:r>
            <a:r>
              <a:rPr kumimoji="1" lang="en-US" altLang="ko-KR" sz="2400" dirty="0"/>
              <a:t>/</a:t>
            </a:r>
            <a:r>
              <a:rPr kumimoji="1" lang="ko-KR" altLang="en-US" sz="2400" dirty="0"/>
              <a:t>종료일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 </a:t>
            </a:r>
            <a:r>
              <a:rPr kumimoji="1" lang="en-US" altLang="ko-KR" sz="2400" dirty="0"/>
              <a:t>=&gt;  </a:t>
            </a:r>
            <a:r>
              <a:rPr kumimoji="1" lang="en-US" altLang="ko-KR" sz="2400" dirty="0" err="1"/>
              <a:t>date_input</a:t>
            </a:r>
            <a:endParaRPr kumimoji="1" lang="en-US" altLang="ko-KR" sz="2400" dirty="0"/>
          </a:p>
          <a:p>
            <a:pPr marL="342900" indent="-342900">
              <a:buFontTx/>
              <a:buChar char="-"/>
            </a:pPr>
            <a:endParaRPr kumimoji="1"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 dirty="0" err="1"/>
              <a:t>볼린저밴드</a:t>
            </a:r>
            <a:r>
              <a:rPr kumimoji="1" lang="ko-KR" altLang="en-US" sz="2400" dirty="0"/>
              <a:t>  </a:t>
            </a:r>
            <a:r>
              <a:rPr kumimoji="1" lang="en-US" altLang="ko-KR" sz="2400" dirty="0"/>
              <a:t>=&gt; checkbox</a:t>
            </a:r>
          </a:p>
          <a:p>
            <a:pPr marL="342900" indent="-342900">
              <a:buFontTx/>
              <a:buChar char="-"/>
            </a:pPr>
            <a:endParaRPr kumimoji="1"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400" dirty="0"/>
              <a:t>확인  </a:t>
            </a:r>
            <a:r>
              <a:rPr kumimoji="1" lang="en-US" altLang="ko-KR" sz="2400" dirty="0"/>
              <a:t>=&gt;  submit button</a:t>
            </a:r>
          </a:p>
        </p:txBody>
      </p:sp>
    </p:spTree>
    <p:extLst>
      <p:ext uri="{BB962C8B-B14F-4D97-AF65-F5344CB8AC3E}">
        <p14:creationId xmlns:p14="http://schemas.microsoft.com/office/powerpoint/2010/main" val="91649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D4CAF-A1C9-111F-9B74-B8E33C03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427" y="21017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► </a:t>
            </a:r>
            <a:r>
              <a:rPr lang="ko-KR" altLang="en-US" sz="4000" dirty="0" err="1"/>
              <a:t>주식차트</a:t>
            </a:r>
            <a:r>
              <a:rPr lang="ko-KR" altLang="en-US" sz="4000" dirty="0"/>
              <a:t> 앱 설명</a:t>
            </a:r>
            <a:r>
              <a:rPr lang="en-US" altLang="ko-KR" sz="4000" dirty="0"/>
              <a:t>(</a:t>
            </a:r>
            <a:r>
              <a:rPr lang="ko-KR" altLang="en-US" sz="4000" dirty="0"/>
              <a:t>기능 및 구성설명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CD126A-AEE6-574F-8B80-4D35CC60F5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4" b="9628"/>
          <a:stretch/>
        </p:blipFill>
        <p:spPr>
          <a:xfrm>
            <a:off x="1150882" y="2119022"/>
            <a:ext cx="9890236" cy="41879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7FE8A2-3143-B844-6920-C9AB730D73F7}"/>
              </a:ext>
            </a:extLst>
          </p:cNvPr>
          <p:cNvSpPr txBox="1"/>
          <p:nvPr/>
        </p:nvSpPr>
        <p:spPr>
          <a:xfrm>
            <a:off x="1150882" y="872955"/>
            <a:ext cx="9800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dirty="0">
                <a:latin typeface="+mn-ea"/>
              </a:rPr>
              <a:t>2. </a:t>
            </a:r>
            <a:r>
              <a:rPr lang="ko-KR" altLang="en-US" sz="2400" dirty="0">
                <a:latin typeface="+mn-ea"/>
              </a:rPr>
              <a:t>메인 그래프</a:t>
            </a:r>
            <a:r>
              <a:rPr lang="en-US" altLang="ko-KR" sz="2400" dirty="0">
                <a:latin typeface="+mn-ea"/>
              </a:rPr>
              <a:t> (</a:t>
            </a:r>
            <a:r>
              <a:rPr lang="ko-KR" altLang="en-US" sz="2400" dirty="0">
                <a:latin typeface="+mn-ea"/>
              </a:rPr>
              <a:t>캔들 차트 선택한 예시 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 양봉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err="1">
                <a:latin typeface="+mn-ea"/>
              </a:rPr>
              <a:t>음봉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이동평균선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01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D3ABD-4EA7-1021-F8D5-853AF61A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3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► </a:t>
            </a:r>
            <a:r>
              <a:rPr lang="ko-KR" altLang="en-US" sz="3600" dirty="0" err="1"/>
              <a:t>주식차트</a:t>
            </a:r>
            <a:r>
              <a:rPr lang="ko-KR" altLang="en-US" sz="3600" dirty="0"/>
              <a:t> 앱 설명</a:t>
            </a:r>
            <a:r>
              <a:rPr lang="en-US" altLang="ko-KR" sz="3600" dirty="0"/>
              <a:t>(</a:t>
            </a:r>
            <a:r>
              <a:rPr lang="ko-KR" altLang="en-US" sz="3600" dirty="0"/>
              <a:t>기능 및 구성설명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620B94-6D2B-1141-BB67-DAC59DDE90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66"/>
          <a:stretch/>
        </p:blipFill>
        <p:spPr>
          <a:xfrm>
            <a:off x="998483" y="1591296"/>
            <a:ext cx="4453615" cy="47117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940" y="1591297"/>
            <a:ext cx="4849942" cy="47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6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93" y="1712863"/>
            <a:ext cx="4465865" cy="461130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6" y="1712863"/>
            <a:ext cx="4622190" cy="4611304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781F65F2-8553-8D44-8148-33380A21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3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► </a:t>
            </a:r>
            <a:r>
              <a:rPr lang="ko-KR" altLang="en-US" sz="3600" dirty="0" err="1"/>
              <a:t>주식차트</a:t>
            </a:r>
            <a:r>
              <a:rPr lang="ko-KR" altLang="en-US" sz="3600" dirty="0"/>
              <a:t> 앱 설명</a:t>
            </a:r>
            <a:r>
              <a:rPr lang="en-US" altLang="ko-KR" sz="3600" dirty="0"/>
              <a:t>(</a:t>
            </a:r>
            <a:r>
              <a:rPr lang="ko-KR" altLang="en-US" sz="3600" dirty="0"/>
              <a:t>기능 및 구성설명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2" name="설명선: 왼쪽 화살표 1">
            <a:extLst>
              <a:ext uri="{FF2B5EF4-FFF2-40B4-BE49-F238E27FC236}">
                <a16:creationId xmlns:a16="http://schemas.microsoft.com/office/drawing/2014/main" id="{BFC9E929-BEA0-9210-7323-FE9308453CF8}"/>
              </a:ext>
            </a:extLst>
          </p:cNvPr>
          <p:cNvSpPr/>
          <p:nvPr/>
        </p:nvSpPr>
        <p:spPr>
          <a:xfrm>
            <a:off x="2883877" y="3506875"/>
            <a:ext cx="2934119" cy="2140847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구글 </a:t>
            </a:r>
            <a:r>
              <a:rPr lang="en-US" altLang="ko-KR" b="1" dirty="0"/>
              <a:t>RSS: </a:t>
            </a:r>
            <a:r>
              <a:rPr lang="ko-KR" altLang="en-US" dirty="0"/>
              <a:t>웹사이트에 업데이트된 내용을 </a:t>
            </a:r>
            <a:r>
              <a:rPr lang="en-US" altLang="ko-KR" dirty="0"/>
              <a:t>XML </a:t>
            </a:r>
            <a:r>
              <a:rPr lang="ko-KR" altLang="en-US" dirty="0"/>
              <a:t>형식으로 요약하여 사용자에게 자동으로 제공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55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" y="1591296"/>
            <a:ext cx="5469038" cy="48729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238" y="1512756"/>
            <a:ext cx="5289631" cy="4872943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2C493C46-0A6E-2F4B-8682-ABA1E1D3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31" y="26573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► </a:t>
            </a:r>
            <a:r>
              <a:rPr lang="ko-KR" altLang="en-US" sz="3600" dirty="0" err="1"/>
              <a:t>주식차트</a:t>
            </a:r>
            <a:r>
              <a:rPr lang="ko-KR" altLang="en-US" sz="3600" dirty="0"/>
              <a:t> 앱 설명</a:t>
            </a:r>
            <a:r>
              <a:rPr lang="en-US" altLang="ko-KR" sz="3600" dirty="0"/>
              <a:t>(</a:t>
            </a:r>
            <a:r>
              <a:rPr lang="ko-KR" altLang="en-US" sz="3600" dirty="0"/>
              <a:t>기능 및 구성설명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6202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44408"/>
            <a:ext cx="10515600" cy="1325563"/>
          </a:xfrm>
        </p:spPr>
        <p:txBody>
          <a:bodyPr/>
          <a:lstStyle/>
          <a:p>
            <a:r>
              <a:rPr lang="ko-KR" altLang="en-US" dirty="0"/>
              <a:t>회고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31088"/>
            <a:ext cx="10515600" cy="522596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sz="2400" dirty="0"/>
              <a:t>김유선 </a:t>
            </a:r>
            <a:r>
              <a:rPr lang="en-US" altLang="ko-KR" sz="2400" dirty="0"/>
              <a:t>:</a:t>
            </a:r>
            <a:r>
              <a:rPr lang="ko-KR" altLang="en-US" sz="2400" dirty="0"/>
              <a:t> 팀 프로젝트인만큼 코드 리뷰 시 개선사항이나 추가 사항에 대해 의견을 적극적으로 주고받았고 아이디어를 상시 공유하여 앱을 만드는데 수월했다</a:t>
            </a:r>
            <a:r>
              <a:rPr lang="en-US" altLang="ko-KR" sz="2400" dirty="0"/>
              <a:t>.</a:t>
            </a:r>
            <a:r>
              <a:rPr lang="ko-KR" altLang="en-US" sz="2400" dirty="0"/>
              <a:t>다음에는 더 정보가 풍부한 화면으로 만들어보고 싶다</a:t>
            </a:r>
            <a:r>
              <a:rPr lang="en-US" altLang="ko-KR" sz="24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2400" dirty="0" err="1"/>
              <a:t>박동제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첫 프로젝트지만 조원들 합이 잘 맞아서 결과가 기대 이상으로 나온 거 같다</a:t>
            </a:r>
            <a:r>
              <a:rPr lang="en-US" altLang="ko-KR" sz="2400" dirty="0"/>
              <a:t>.</a:t>
            </a:r>
            <a:r>
              <a:rPr lang="ko-KR" altLang="en-US" sz="2400" dirty="0"/>
              <a:t> 그래서 프로젝트의 결과에 대해서 만족하며 아쉬운 점은 없다</a:t>
            </a:r>
            <a:r>
              <a:rPr lang="en-US" altLang="ko-KR" sz="24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2400" dirty="0"/>
              <a:t>박지영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streamlit</a:t>
            </a:r>
            <a:r>
              <a:rPr lang="ko-KR" altLang="en-US" sz="2400" dirty="0"/>
              <a:t>이 걱정했던 것보다 쉽게 접근할 수 있는 도구였고 만들기 편했다</a:t>
            </a:r>
            <a:r>
              <a:rPr lang="en-US" altLang="ko-KR" sz="2400" dirty="0"/>
              <a:t>. </a:t>
            </a:r>
            <a:r>
              <a:rPr lang="ko-KR" altLang="en-US" sz="2400" dirty="0"/>
              <a:t>다음에 만들 때는 주식 초보자들을 위해 </a:t>
            </a:r>
            <a:r>
              <a:rPr lang="en-US" altLang="ko-KR" sz="2400" dirty="0" err="1"/>
              <a:t>rsi</a:t>
            </a:r>
            <a:r>
              <a:rPr lang="ko-KR" altLang="en-US" sz="2400" dirty="0"/>
              <a:t>나 변동성 같은 단어에 </a:t>
            </a:r>
            <a:r>
              <a:rPr lang="en-US" altLang="ko-KR" sz="2400" dirty="0"/>
              <a:t>help </a:t>
            </a:r>
            <a:r>
              <a:rPr lang="ko-KR" altLang="en-US" sz="2400" dirty="0" err="1"/>
              <a:t>툴팁을</a:t>
            </a:r>
            <a:r>
              <a:rPr lang="ko-KR" altLang="en-US" sz="2400" dirty="0"/>
              <a:t> 넣어 설명도 덧붙여보고 싶다</a:t>
            </a:r>
            <a:r>
              <a:rPr lang="en-US" altLang="ko-KR" sz="24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2400" dirty="0"/>
              <a:t>이영진 </a:t>
            </a:r>
            <a:r>
              <a:rPr lang="en-US" altLang="ko-KR" sz="2400" dirty="0"/>
              <a:t>: </a:t>
            </a:r>
            <a:r>
              <a:rPr lang="ko-KR" altLang="en-US" sz="2400" dirty="0"/>
              <a:t>수업시간 때 배운 내용을 이용해 실제 상황에 응용해서 적용하는 것은 생각보다 쉽지 않았지만 이것을 이용해 무언가를 만들어볼 수 있어서 흥미로운 시간이었다</a:t>
            </a:r>
            <a:r>
              <a:rPr lang="en-US" altLang="ko-KR" sz="2400" dirty="0"/>
              <a:t>. </a:t>
            </a:r>
          </a:p>
          <a:p>
            <a:pPr>
              <a:lnSpc>
                <a:spcPct val="16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4950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310</Words>
  <Application>Microsoft Office PowerPoint</Application>
  <PresentationFormat>와이드스크린</PresentationFormat>
  <Paragraphs>38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테마</vt:lpstr>
      <vt:lpstr>1차 프로젝트   Streamlit 기반으로 한  주식차트 만들기</vt:lpstr>
      <vt:lpstr>► 주식차트 앱 주제와 소개</vt:lpstr>
      <vt:lpstr>►최종 결과물</vt:lpstr>
      <vt:lpstr>► 주식차트 앱 설명(기능 및 구성설명)</vt:lpstr>
      <vt:lpstr>► 주식차트 앱 설명(기능 및 구성설명)</vt:lpstr>
      <vt:lpstr>► 주식차트 앱 설명(기능 및 구성설명)</vt:lpstr>
      <vt:lpstr>► 주식차트 앱 설명(기능 및 구성설명)</vt:lpstr>
      <vt:lpstr>► 주식차트 앱 설명(기능 및 구성설명)</vt:lpstr>
      <vt:lpstr>회고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1차 프로젝트   Streamlit 기반으로 한  주식 차트 만들기</dc:title>
  <dc:creator>이영진 남</dc:creator>
  <cp:lastModifiedBy>jeyoung park</cp:lastModifiedBy>
  <cp:revision>10</cp:revision>
  <dcterms:created xsi:type="dcterms:W3CDTF">2025-12-15T08:26:39Z</dcterms:created>
  <dcterms:modified xsi:type="dcterms:W3CDTF">2025-12-16T03:48:01Z</dcterms:modified>
</cp:coreProperties>
</file>